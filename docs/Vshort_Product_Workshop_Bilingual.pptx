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79046c177740b9" /><Relationship Type="http://schemas.openxmlformats.org/officeDocument/2006/relationships/extended-properties" Target="/docProps/app.xml" Id="Rf895923e5ee64b93" /><Relationship Type="http://schemas.openxmlformats.org/officeDocument/2006/relationships/officeDocument" Target="/ppt/presentation.xml" Id="R81fc004715224d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0637351bbf4700"/>
  </p:sldMasterIdLst>
  <p:notesMasterIdLst>
    <p:notesMasterId xmlns:r="http://schemas.openxmlformats.org/officeDocument/2006/relationships" r:id="Rbcd1d7b22a844829"/>
  </p:notesMasterIdLst>
  <p:sldIdLst>
    <p:sldId xmlns:r="http://schemas.openxmlformats.org/officeDocument/2006/relationships" id="256" r:id="Rb749823085554896"/>
    <p:sldId xmlns:r="http://schemas.openxmlformats.org/officeDocument/2006/relationships" id="257" r:id="Rf07d4cd72aaf4587"/>
    <p:sldId xmlns:r="http://schemas.openxmlformats.org/officeDocument/2006/relationships" id="258" r:id="R3247587489584716"/>
    <p:sldId xmlns:r="http://schemas.openxmlformats.org/officeDocument/2006/relationships" id="259" r:id="Re2a8877c67ab41cc"/>
    <p:sldId xmlns:r="http://schemas.openxmlformats.org/officeDocument/2006/relationships" id="260" r:id="Rf3267be5fbdb4b1d"/>
    <p:sldId xmlns:r="http://schemas.openxmlformats.org/officeDocument/2006/relationships" id="261" r:id="R6acc9ecae6004840"/>
    <p:sldId xmlns:r="http://schemas.openxmlformats.org/officeDocument/2006/relationships" id="262" r:id="R6ed96ab736b44f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a088e39741440d" /><Relationship Type="http://schemas.openxmlformats.org/officeDocument/2006/relationships/slideMaster" Target="/ppt/slideMasters/slideMaster1.xml" Id="R230637351bbf4700" /><Relationship Type="http://schemas.openxmlformats.org/officeDocument/2006/relationships/notesMaster" Target="/ppt/notesMasters/notesMaster1.xml" Id="Rbcd1d7b22a844829" /><Relationship Type="http://schemas.openxmlformats.org/officeDocument/2006/relationships/presProps" Target="/ppt/presProps.xml" Id="Rb1b05214401147ad" /><Relationship Type="http://schemas.openxmlformats.org/officeDocument/2006/relationships/viewProps" Target="/ppt/viewProps.xml" Id="R4bbe3b5bf6e94c75" /><Relationship Type="http://schemas.openxmlformats.org/officeDocument/2006/relationships/tableStyles" Target="/ppt/tableStyles.xml" Id="Rc708db4dbef54159" /><Relationship Type="http://schemas.openxmlformats.org/officeDocument/2006/relationships/slide" Target="/ppt/slides/slide1.xml" Id="Rb749823085554896" /><Relationship Type="http://schemas.openxmlformats.org/officeDocument/2006/relationships/slide" Target="/ppt/slides/slide2.xml" Id="Rf07d4cd72aaf4587" /><Relationship Type="http://schemas.openxmlformats.org/officeDocument/2006/relationships/slide" Target="/ppt/slides/slide3.xml" Id="R3247587489584716" /><Relationship Type="http://schemas.openxmlformats.org/officeDocument/2006/relationships/slide" Target="/ppt/slides/slide4.xml" Id="Re2a8877c67ab41cc" /><Relationship Type="http://schemas.openxmlformats.org/officeDocument/2006/relationships/slide" Target="/ppt/slides/slide5.xml" Id="Rf3267be5fbdb4b1d" /><Relationship Type="http://schemas.openxmlformats.org/officeDocument/2006/relationships/slide" Target="/ppt/slides/slide6.xml" Id="R6acc9ecae6004840" /><Relationship Type="http://schemas.openxmlformats.org/officeDocument/2006/relationships/slide" Target="/ppt/slides/slide7.xml" Id="R6ed96ab736b44f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246db35c604c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c4edad128d4d5d" /><Relationship Type="http://schemas.openxmlformats.org/officeDocument/2006/relationships/notesMaster" Target="/ppt/notesMasters/notesMaster1.xml" Id="Rc724e32c63cf4c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cd494606c8464c" /><Relationship Type="http://schemas.openxmlformats.org/officeDocument/2006/relationships/notesMaster" Target="/ppt/notesMasters/notesMaster1.xml" Id="R35450099ac9f44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3406ed343d449a" /><Relationship Type="http://schemas.openxmlformats.org/officeDocument/2006/relationships/notesMaster" Target="/ppt/notesMasters/notesMaster1.xml" Id="R39ed4728020f44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8a1642d9f44296" /><Relationship Type="http://schemas.openxmlformats.org/officeDocument/2006/relationships/notesMaster" Target="/ppt/notesMasters/notesMaster1.xml" Id="R70ae3018288e43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96a32e01b542cb" /><Relationship Type="http://schemas.openxmlformats.org/officeDocument/2006/relationships/notesMaster" Target="/ppt/notesMasters/notesMaster1.xml" Id="Rda0c52825b0e46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7bf1d223f64fad" /><Relationship Type="http://schemas.openxmlformats.org/officeDocument/2006/relationships/notesMaster" Target="/ppt/notesMasters/notesMaster1.xml" Id="Rd291ca96324a4b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69342b46d14635" /><Relationship Type="http://schemas.openxmlformats.org/officeDocument/2006/relationships/notesMaster" Target="/ppt/notesMasters/notesMaster1.xml" Id="Rfe9a95ecfc5f40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909254c2a49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652b39a8224b90" /><Relationship Type="http://schemas.openxmlformats.org/officeDocument/2006/relationships/slideLayout" Target="/ppt/slideLayouts/slideLayout1.xml" Id="Rcf617a72b3874f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617a72b3874f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1890aaadd4205" /><Relationship Type="http://schemas.openxmlformats.org/officeDocument/2006/relationships/image" Target="/ppt/media/image.png" Id="R8e4f3cc5952e4fc9" /><Relationship Type="http://schemas.openxmlformats.org/officeDocument/2006/relationships/notesSlide" Target="/ppt/notesSlides/notesSlide1.xml" Id="R68328b9db9d34d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22e9e033c481c" /><Relationship Type="http://schemas.openxmlformats.org/officeDocument/2006/relationships/notesSlide" Target="/ppt/notesSlides/notesSlide2.xml" Id="R1949229237984b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c4c0542d5461c" /><Relationship Type="http://schemas.openxmlformats.org/officeDocument/2006/relationships/image" Target="/ppt/media/image2.png" Id="Rf1b665b130354802" /><Relationship Type="http://schemas.openxmlformats.org/officeDocument/2006/relationships/notesSlide" Target="/ppt/notesSlides/notesSlide3.xml" Id="Rcc4019dce63947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eda188618421f" /><Relationship Type="http://schemas.openxmlformats.org/officeDocument/2006/relationships/image" Target="/ppt/media/image3.png" Id="Rfd894cd7bd0f4453" /><Relationship Type="http://schemas.openxmlformats.org/officeDocument/2006/relationships/notesSlide" Target="/ppt/notesSlides/notesSlide4.xml" Id="R06d446e8331243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289db970949b1" /><Relationship Type="http://schemas.openxmlformats.org/officeDocument/2006/relationships/image" Target="/ppt/media/image4.png" Id="R9c650f8b00ef401a" /><Relationship Type="http://schemas.openxmlformats.org/officeDocument/2006/relationships/image" Target="/ppt/media/image.jpeg" Id="R85929bacdc7c44c8" /><Relationship Type="http://schemas.openxmlformats.org/officeDocument/2006/relationships/notesSlide" Target="/ppt/notesSlides/notesSlide5.xml" Id="R771f26fb02844b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0197f7c464d73" /><Relationship Type="http://schemas.openxmlformats.org/officeDocument/2006/relationships/notesSlide" Target="/ppt/notesSlides/notesSlide6.xml" Id="R51a7cbf08bd94a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0ccf1f53d4891" /><Relationship Type="http://schemas.openxmlformats.org/officeDocument/2006/relationships/notesSlide" Target="/ppt/notesSlides/notesSlide7.xml" Id="R882b9e0a9a6845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DA4190-798A-4BE8-8E2B-7F796D9C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72BBA-D2D5-4C1B-A9CA-777EA2DB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2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48592-05C8-4A08-97FE-8ABA1F51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5408F-3E41-4C13-8C62-0260DCB6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>
              <a:alpha val="13333"/>
            </a:srgbClr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AF6ED-D279-4080-A4D9-79D2FA4B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0CA29-5A23-4060-B262-DB569DB5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0227F-1000-49C6-81A8-E19E0634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5C2B"/>
                </a:solidFill>
                <a:latin typeface="Aptos"/>
                <a:ea typeface="Aptos"/>
                <a:cs typeface="Aptos"/>
              </a:rPr>
              <a:t>PRODUCT VISION / 产品定位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88154-31E3-4A73-AB1E-05F9B6FE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Vshort：一站式爆款短视频制作工坊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CE6F5-697D-41AB-BAAD-6BA0DBA2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从选题、脚本、分镜到竖屏成片，把创作者原本分散在多个 AI 工具里的工作流，收进一个网页产品里。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BAA89-98C2-44CE-A97F-B3B610E8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695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An all-in-one web workshop that turns ideas into scripts, storyboards, and finished vertical short videos.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1AA13-6E3E-4D5A-9D49-7F936B15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12549"/>
            </a:srgbClr>
          </a:solidFill>
          <a:ln xmlns:a="http://schemas.openxmlformats.org/drawingml/2006/main" w="9525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86238-CE94-4531-BD42-5E03F9EE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01 / Script 脚本生成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97CF4-E471-44CC-A47F-75D4BB72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52800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18FF">
              <a:alpha val="12549"/>
            </a:srgbClr>
          </a:solidFill>
          <a:ln xmlns:a="http://schemas.openxmlformats.org/drawingml/2006/main" w="9525">
            <a:solidFill>
              <a:srgbClr val="A918FF">
                <a:alpha val="6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94A22-1C83-4148-9B6E-F6EEDAA1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29000"/>
            <a:ext cx="1685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02 / Storyboard 分镜设计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9E0AD-14F9-4ED9-928D-5AC3F62A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528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2B">
              <a:alpha val="12549"/>
            </a:srgbClr>
          </a:solidFill>
          <a:ln xmlns:a="http://schemas.openxmlformats.org/drawingml/2006/main" w="9525">
            <a:solidFill>
              <a:srgbClr val="FF5C2B">
                <a:alpha val="6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96D6A-9190-4256-BE4B-48A3FA32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2900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03 / Vshort 自动成片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63CB2-69CA-4D1E-A676-5B41324A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52800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12549"/>
            </a:srgbClr>
          </a:solidFill>
          <a:ln xmlns:a="http://schemas.openxmlformats.org/drawingml/2006/main" w="9525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A9F64-A2E2-4222-9C3F-6EDF3CE1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1400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7FB"/>
                </a:solidFill>
                <a:latin typeface="Aptos"/>
                <a:ea typeface="Aptos"/>
                <a:cs typeface="Aptos"/>
              </a:rPr>
              <a:t>Open API 可自定义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F7233D-D417-4C35-B70C-BB8F85CB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857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99E3E-1D93-4481-9D5C-FF8BE0DB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核心价值：不是单点剪辑工具，而是一条完整的短视频生产线。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DA5B37-B7E7-42C2-83F1-00184707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The value is the workflow, not just one model call.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FD68E-6C54-4A2C-90B8-D2FA5BDF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162050"/>
            <a:ext cx="26289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f3cc5952e4fc9"/>
          <a:srcRect xmlns:a="http://schemas.openxmlformats.org/drawingml/2006/main" l="30459" t="0" r="304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0" y="1238250"/>
            <a:ext cx="2476500" cy="44005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F1019-E08A-41FD-812D-F5536A4A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72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B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BE5"/>
                </a:solidFill>
                <a:latin typeface="Aptos"/>
                <a:ea typeface="Aptos"/>
                <a:cs typeface="Aptos"/>
              </a:rPr>
              <a:t>Vshort workspace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670C2B-E17F-492D-8E65-6E2912CA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AI Short Video Workshop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8DD8C8-4676-46D7-86B5-D32D9A7D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641177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DAE059-F0BC-4C3F-A156-1CA5BC2B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53296-CB66-492C-B05F-BF11C609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887FD-7500-4DF2-83AB-09F357C0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1A7D1-57C8-4F6D-BB9F-26636DAC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>
              <a:alpha val="13333"/>
            </a:srgbClr>
          </a:solidFill>
          <a:ln xmlns:a="http://schemas.openxmlformats.org/drawingml/2006/main" w="9525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A6378-F1C2-4CE7-9496-6864B4F1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6AF11-EE44-4B0A-99D1-6F745E96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6AC63-575B-44B1-96CA-F389E407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WORKFLOW / 全流程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7941E-C396-4114-841B-5E319532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一个网页里完成短视频从想法到成片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E075C-EC4D-4584-A149-64ACC2A4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Script、Storyboard、Vshort 是三个独立功能区，但共享同一条创作链路：先想清楚怎么讲，再决定怎么拍，最后自动生成可发布视频。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ACB95-59E3-4680-8647-1BA1F457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Three separate surfaces, one production line: write the story, plan the visuals, render the final short.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B5005-F255-415B-9BAB-B060BE44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2343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666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4D76D-9B32-4656-8949-6587954A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C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5C2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E3941-0A8B-49EF-BAE8-B1FAE633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选题 / Brief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9515C-E9ED-4354-B37C-8B5E20DA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DD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DDE8"/>
                </a:solidFill>
                <a:latin typeface="Aptos"/>
                <a:ea typeface="Aptos"/>
                <a:cs typeface="Aptos"/>
              </a:rPr>
              <a:t>输入产品、受众、平台和内容目标。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8A969-D838-42CC-BB22-FDD8D8B5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Define product, audience, platform, and goal.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F4520-1F2E-4117-B522-53E55E08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386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2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17120-3508-4C0F-910E-691D3F5A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76625"/>
            <a:ext cx="2343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46667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D9466-7A80-490C-8EDF-4283D205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957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D1804-AE2E-41EF-873C-8B426BC3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576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4B4AC-E391-4942-9A4A-5541DD4B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577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DD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DDE8"/>
                </a:solidFill>
                <a:latin typeface="Aptos"/>
                <a:ea typeface="Aptos"/>
                <a:cs typeface="Aptos"/>
              </a:rPr>
              <a:t>Kimi 辅助生成开头钩子、正文结构、口播节奏。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CD5003-28B7-49BB-9EEA-258E15DC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101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Kimi helps draft hooks, structure, and narration rhythm.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535A6-CFE5-4381-813C-40C071D4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386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28B15-BE99-45D1-BD69-DF63B47F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2343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46667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5105B9-0D0E-4612-AA0C-C6BF8EC5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1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A918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EB0EC-DEE0-481D-AEE8-F9F2FDFA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Storyboard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E2911C-DDBD-4447-849C-43FC0F2E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DD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DDE8"/>
                </a:solidFill>
                <a:latin typeface="Aptos"/>
                <a:ea typeface="Aptos"/>
                <a:cs typeface="Aptos"/>
              </a:rPr>
              <a:t>豆包把脚本拆成镜头、画面、动作和视觉提示。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21EF1-3F90-497A-A6F9-A3503BC4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Doubao turns scripts into shots, visuals, and prompts.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2319B-7E7E-41A9-89F4-F24ED419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1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449ECE-CD95-4FAA-8C5E-46934F5D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76625"/>
            <a:ext cx="2343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3EE98C">
                <a:alpha val="46667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A4FC88-3F0D-4B40-8A11-A815F422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957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E98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EE98C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CBD463-DE03-4B69-A5FD-EE7EDD72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576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Vshort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2A29C9-84E7-4434-8F96-F8CA8687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577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DD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DDE8"/>
                </a:solidFill>
                <a:latin typeface="Aptos"/>
                <a:ea typeface="Aptos"/>
                <a:cs typeface="Aptos"/>
              </a:rPr>
              <a:t>HyperFrames 负责包装、字幕、BGM、动效和导出。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C4D8B1-CEE8-4FB3-890C-3810262C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101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HyperFrames renders captions, motion, BGM, and MP4.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B17294-DA7C-463E-A094-6F5EDAE8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AI Short Video Workshop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2E3C08-9D2C-48B7-B08A-4C56642D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68812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7B6637-3506-4849-A8D3-B36FD941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C883A-83F6-4E1B-BE14-17EF5F35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C59D8-AD60-4006-89F1-54424210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B19A5-CDEF-43DC-920B-5CA36925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>
              <a:alpha val="13333"/>
            </a:srgbClr>
          </a:solidFill>
          <a:ln xmlns:a="http://schemas.openxmlformats.org/drawingml/2006/main" w="9525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34C05-2583-4630-A7A1-287A7A0A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7EC08-1846-4A2C-9680-6845C87A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3500B-8570-42E0-857D-78B66977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MODULE 01 / 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13B83-8DBC-4D03-B3DE-AA531F5B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5715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Script：把创意变成可拍、可剪、可转化的脚本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7AAE3-F6F9-4309-BA87-C81D8FE9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用户输入产品、目标人群和内容方向，Script 区负责生成短视频脚本、口播结构、标题和节奏建议。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E8113-3FC5-43D3-8AA5-73C7E270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The Script surface turns a brief into platform-ready short-video copy and narration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060FA-55F3-4E04-8938-8A4AB4C2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85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AE71C-3AAF-418D-B631-EB2FFFB2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rPr>
              <a:t>爆款结构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6E34A-A97F-4CFE-9386-4A170548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67075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C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CE8"/>
                </a:solidFill>
                <a:latin typeface="Aptos"/>
                <a:ea typeface="Aptos"/>
                <a:cs typeface="Aptos"/>
              </a:rPr>
              <a:t>Hook、冲突、价值点、CTA 可以按平台风格生成。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6A973-1AF4-4EAC-A2B7-951E3241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85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88963-803F-4BB9-901E-A6648403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rPr>
              <a:t>口播友好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55062-D5A3-4E22-9ADA-CDD708A8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10025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C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CE8"/>
                </a:solidFill>
                <a:latin typeface="Aptos"/>
                <a:ea typeface="Aptos"/>
                <a:cs typeface="Aptos"/>
              </a:rPr>
              <a:t>脚本不是文章改写，而是适合真人口播和剪辑节奏。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721CE-4AFD-47F2-8817-B963EE38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485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7F223-4850-420A-97FE-9A6AFF56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D4FF"/>
                </a:solidFill>
                <a:latin typeface="Aptos Display"/>
                <a:ea typeface="Aptos Display"/>
                <a:cs typeface="Aptos Display"/>
              </a:rPr>
              <a:t>Kimi 接入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5461B-8CF4-468A-8F9F-1847FD2D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52975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C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CE8"/>
                </a:solidFill>
                <a:latin typeface="Aptos"/>
                <a:ea typeface="Aptos"/>
                <a:cs typeface="Aptos"/>
              </a:rPr>
              <a:t>当前 Script 模块可接 Kimi，用于长文本理解和脚本生成。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91337-F789-439B-8E47-EBD4ADF9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485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9F3B0-5A54-4228-94E8-D4893485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433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默认可接 Kimi；开源后可替换为自己的模型、API key 或私有网关。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AC7C5-35D7-421B-B462-21AA23BC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19250"/>
            <a:ext cx="4629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665b130354802"/>
          <a:srcRect xmlns:a="http://schemas.openxmlformats.org/drawingml/2006/main" l="0" t="366" r="0" b="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695450"/>
            <a:ext cx="4476750" cy="30861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19F150-7F90-4270-A289-8AB493B7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292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B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BE5"/>
                </a:solidFill>
                <a:latin typeface="Aptos"/>
                <a:ea typeface="Aptos"/>
                <a:cs typeface="Aptos"/>
              </a:rPr>
              <a:t>Script workspace / 脚本工作台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375A3E-BA8B-491C-BC2D-19A6C3FA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AI Short Video Workshop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945D2-A756-4742-8BD6-C2F96B07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09842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19891F-4B48-43D9-992A-70E36D5F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1E6F7-F785-42B2-9CA2-D3EEC476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18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4DF17-6CD1-42A9-8261-7E91159C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F91B2-EA81-4341-B9B1-6E9D1220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18FF">
              <a:alpha val="13333"/>
            </a:srgbClr>
          </a:solidFill>
          <a:ln xmlns:a="http://schemas.openxmlformats.org/drawingml/2006/main" w="9525">
            <a:solidFill>
              <a:srgbClr val="A918FF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65838-693B-4251-A42C-7C2538A8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37E11-550A-4B9A-A9D3-AE409AA0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1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23851-7A7B-4DF6-9A6E-161129A1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1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18FF"/>
                </a:solidFill>
                <a:latin typeface="Aptos"/>
                <a:ea typeface="Aptos"/>
                <a:cs typeface="Aptos"/>
              </a:rPr>
              <a:t>MODULE 02 / STORYBOARD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21964-9A28-4ECB-9DAF-D56D0294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905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Storyboard：先把画面想清楚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8B3C6-B94A-4457-882A-1169E989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这一步把脚本转成可执行的镜头语言，让创作者知道每一秒该出现什么画面、动作和信息。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CDB2A-EC25-43FA-97AB-5CBDE789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704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Storyboard bridges writing and production: each script beat becomes a visual decision.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C32F4-C8B8-4445-8D31-F1480DFA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477202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94cd7bd0f4453"/>
          <a:srcRect xmlns:a="http://schemas.openxmlformats.org/drawingml/2006/main" l="0" t="9027" r="0" b="9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105150"/>
            <a:ext cx="4619625" cy="2628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56F6C-BD08-49FA-AC42-9D81EF5C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BE232-24D9-474F-9A73-70300F10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575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1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18FF"/>
                </a:solidFill>
                <a:latin typeface="Aptos"/>
                <a:ea typeface="Aptos"/>
                <a:cs typeface="Aptos"/>
              </a:rPr>
              <a:t>镜头拆解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CB1D5-6518-4EEB-AB17-8D43C4D5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0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把脚本拆成 shot-by-shot 的分镜卡片。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926CF-CD48-4293-9748-1B71108D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43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Shot-by-shot cards from the script.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31011-2FBE-4AB7-81A7-9B059649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4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27724-C788-4F34-955A-90AAB6AE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1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18FF"/>
                </a:solidFill>
                <a:latin typeface="Aptos"/>
                <a:ea typeface="Aptos"/>
                <a:cs typeface="Aptos"/>
              </a:rPr>
              <a:t>画面提示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40738-5545-49D1-AF8C-2D46BB36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76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给出场景、人物、动作、构图、字幕提示。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862BB-0128-41A1-A6A5-8CA1AC25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19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Scene, character, action, framing, caption hints.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923E4-354B-4587-B8FE-5657E093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07D80-ABE3-46AC-8B08-4B80A5B8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5C2B"/>
                </a:solidFill>
                <a:latin typeface="Aptos"/>
                <a:ea typeface="Aptos"/>
                <a:cs typeface="Aptos"/>
              </a:rPr>
              <a:t>豆包接入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E7957-AAED-4874-8F29-44937321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53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当前 Storyboard 模块可接豆包做视觉理解和生成。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BC23E-6B37-43BD-83E7-7C7D0078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9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Doubao powers visual planning and generation.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A9CEDC-4169-4781-A945-EC5F37DC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AI Short Video Workshop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E4DDCD-1A73-4E30-8DE0-C53CE853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72292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A2337B-EC30-4CB1-8A8C-CBFDFB93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0D918-176F-4F39-8E4B-F8AA8404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98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11195-711C-4FF3-A8DB-FE6A7EED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56981-739D-4B40-A98E-95273FFD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98C">
              <a:alpha val="13333"/>
            </a:srgbClr>
          </a:solidFill>
          <a:ln xmlns:a="http://schemas.openxmlformats.org/drawingml/2006/main" w="9525">
            <a:solidFill>
              <a:srgbClr val="3EE98C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BB780-7646-4ADD-B70D-E5BA3C38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F754D-E250-4CFC-9E4F-50E334E8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9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251DA-B1C9-49CE-B020-92284126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9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EE98C"/>
                </a:solidFill>
                <a:latin typeface="Aptos"/>
                <a:ea typeface="Aptos"/>
                <a:cs typeface="Aptos"/>
              </a:rPr>
              <a:t>MODULE 03 / VSHORT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41DA3-37CC-4E4F-8084-F06A927C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Vshort：把素材自动剪成可发布的竖屏短视频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51E5E-C574-4129-A5B4-E7CFF608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52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这里接入 HyperFrames：上传 talking-head 或产品素材后，自动去停顿、加字幕包装、混 BGM，并导出 1080 x 1920 MP4。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623A6-722C-4BDB-A6D9-AE164BB4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HyperFrames handles the final composition layer: editing logic, motion graphics, captions, music, and export.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DE735-FE55-41C3-A44D-0A8EF10D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8671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50f8b00ef401a"/>
          <a:srcRect xmlns:a="http://schemas.openxmlformats.org/drawingml/2006/main" l="0" t="9754" r="0" b="97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219450"/>
            <a:ext cx="3714750" cy="20764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DEB4A-9E39-4815-97DA-59AC5496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52750"/>
            <a:ext cx="17716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29bacdc7c44c8"/>
          <a:srcRect xmlns:a="http://schemas.openxmlformats.org/drawingml/2006/main" l="0" t="37" r="0" b="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3028950"/>
            <a:ext cx="1619250" cy="28765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0A583-186D-4116-B125-F4A6A1A1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E85AC-EA44-441A-84F0-CCAA49C5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575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自动剪停顿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A9F40-8D33-4CD6-8021-F632E88C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480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Remove pauses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F81E2-5187-45DD-9391-4D6A1F0D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623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96BC6B-4F26-4D3E-A9DF-46816F02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575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字幕包装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6B2B0-4FF0-4C60-AEE0-51CC420B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480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Captions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8F9ED-6C03-40D1-BD6C-4E1B96D4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481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53A6F-C033-492C-BE2D-985ACE36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433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BGM 混音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90ABB6-31AB-490C-BB10-721C2400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338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Music mix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D16DB-0F18-407E-A4EA-9DBFACA2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481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59A5CD-0B04-46B1-BBB3-15B96D13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433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动效渲染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5635B9-9783-4C3B-8D92-A02A53E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338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Motion render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61C337-5F6A-483B-82A3-D3EA5B63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339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FFFD5A-5DC5-412A-B0B7-A31EF1C4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29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竖屏导出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FE345B-B908-4337-B172-BC6C2C63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196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9:16 export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EF65CC-5B34-4F0B-AA21-81EC7370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1970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3EE98C">
                <a:alpha val="4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B5710B-F29A-4183-A691-6E46794B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3721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最终输出：平台可用的竖屏成片，而不是只给你一段文本。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558BD7-96EA-4A56-A4DD-77051BA4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AI Short Video Workshop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27132C-B6DA-4AFD-93F8-9309F2FC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826300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48F2E0-A5CE-40C0-90AD-FDB8047F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9B90A-5FFA-4C13-8F75-F89AFC7B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2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40309-BF5C-4627-A6AF-D6FFCDC2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E1ED5-C08B-404F-B595-F22A218B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>
              <a:alpha val="13333"/>
            </a:srgbClr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32F76-BD6D-424F-903E-63DFBF82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DEB88-F29E-45F8-B747-FE10C683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40C2C-53A7-4887-9945-076F3BF4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5C2B"/>
                </a:solidFill>
                <a:latin typeface="Aptos"/>
                <a:ea typeface="Aptos"/>
                <a:cs typeface="Aptos"/>
              </a:rPr>
              <a:t>OPEN SOURCE / API 可替换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B77A4-E144-42AE-A352-DC064BC2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09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默认接好主流 API，但开源后你可以换成自己的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ABE1F-B68C-4537-80F4-7BEDB5CF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81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Vshort 的重点不是把某一个模型锁死，而是把短视频生产流程抽象出来。每个模块都可以换 API、换模型、换供应商。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DAFEE-9FEA-4FBA-B454-63D74B25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The workflow is fixed; the provider layer is swappable.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1828F-8053-41BE-94E9-3EB2746E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971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4666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66880-1DEC-42D2-BC57-45DDCC73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0D4FF"/>
                </a:solidFill>
                <a:latin typeface="Aptos"/>
                <a:ea typeface="Aptos"/>
                <a:cs typeface="Aptos"/>
              </a:rPr>
              <a:t>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64B40-4308-4A68-9071-2ADA0139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Kimi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68B94-61E6-4E2C-8762-C55465B9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脚本生成 / long-context writing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DE20E-6B91-40C8-8266-517A657F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2971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46667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5B231-D4E1-42F7-BBD8-30D22DB4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766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18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18FF"/>
                </a:solidFill>
                <a:latin typeface="Aptos"/>
                <a:ea typeface="Aptos"/>
                <a:cs typeface="Aptos"/>
              </a:rPr>
              <a:t>Storyboard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7113F-16FF-4EF2-A486-21780155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386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豆包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41D30-77E0-413C-BEF6-882C5738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视觉分镜 / visual planning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D66FC-7978-4435-A32E-4F6E556B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2971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3EE98C">
                <a:alpha val="46667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5BEA2-80AA-4364-87DA-A141FFAE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EE98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EE98C"/>
                </a:solidFill>
                <a:latin typeface="Aptos"/>
                <a:ea typeface="Aptos"/>
                <a:cs typeface="Aptos"/>
              </a:rPr>
              <a:t>Vshort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1B41C-07E9-44E3-8C88-1171B231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HyperFrames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DD800-9E6E-4942-9FFC-BF18DB5D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视频包装渲染 / video rendering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B491C-CD4C-406B-A58D-81508D9E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B36FA-B15A-4B3B-8689-5B782E2F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673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开源场景：开发者填自己的 key，或接 OpenAI、Claude、Gemini、阿里云、火山、私有模型网关。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3705BB-9EF9-4637-B31A-048CE20B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7215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Open-source users can bring their own keys, models, or private gateways.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3785F-215E-48CC-A82E-0270DB57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AI Short Video Workshop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5D75C-EB69-4E51-9002-0DA38192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225117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CCE059-05FE-44EA-907E-9A6C742D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7A948-55D3-442B-A8A4-1FD399C4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98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71CCB-C467-4BC6-861D-C317F006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CA7A4-43F5-4A98-AB7E-E82DDA4D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98C">
              <a:alpha val="13333"/>
            </a:srgbClr>
          </a:solidFill>
          <a:ln xmlns:a="http://schemas.openxmlformats.org/drawingml/2006/main" w="9525">
            <a:solidFill>
              <a:srgbClr val="3EE98C">
                <a:alpha val="4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8CE16-434B-43C8-B7F2-06E441AC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64543-F802-4A84-B820-F9235DD0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9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C71C2-22CF-452D-BDC4-76BD392F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9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EE98C"/>
                </a:solidFill>
                <a:latin typeface="Aptos"/>
                <a:ea typeface="Aptos"/>
                <a:cs typeface="Aptos"/>
              </a:rPr>
              <a:t>POSITIONING / 项目总结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C081C-74E2-4624-8A88-FEC61F59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191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Vshort 是给创作者和团队用的 AI 短视频生产系统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27604-C444-4A4D-9415-469E9F97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1F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EF1F8"/>
                </a:solidFill>
                <a:latin typeface="Aptos"/>
                <a:ea typeface="Aptos"/>
                <a:cs typeface="Aptos"/>
              </a:rPr>
              <a:t>它把“写什么、怎么拍、怎么剪”放进同一个网页工作流，目标是降低短视频从想法到发布的时间成本。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CAF43-A7FF-446E-A551-5AE75E85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A3B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A3B7"/>
                </a:solidFill>
                <a:latin typeface="Aptos"/>
                <a:ea typeface="Aptos"/>
                <a:cs typeface="Aptos"/>
              </a:rPr>
              <a:t>The product promise: faster content production from idea to publish-ready short video.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56D11-F6AC-4F84-934C-0D9A647A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42E5C-EBEA-458F-8957-57CA2F03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00D4FF">
                <a:alpha val="3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E6158-C0CF-4170-9C98-B34692FA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004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0D4FF"/>
                </a:solidFill>
                <a:latin typeface="Aptos"/>
                <a:ea typeface="Aptos"/>
                <a:cs typeface="Aptos"/>
              </a:rPr>
              <a:t>Script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84429-C67A-4BC8-A13C-DD58D2E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004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Kimi 接入方向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09940-2834-454D-A1A1-5A297C66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0042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从 brief 到短视频脚本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C1A5E-E0D9-4A0C-878D-193DFEC7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1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C28C9-485D-48C0-8369-74B2BDEC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A918FF">
                <a:alpha val="33333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DF5BA-9BB8-4F8E-8CEC-C834F889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48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18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18FF"/>
                </a:solidFill>
                <a:latin typeface="Aptos"/>
                <a:ea typeface="Aptos"/>
                <a:cs typeface="Aptos"/>
              </a:rPr>
              <a:t>Storyboard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C0600-3CED-4C81-9EDF-9679E4DE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481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豆包接入方向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5EAFB-1539-4A89-B297-9BD90A38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4812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从脚本到镜头规划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F6496-A39B-41F6-99AE-7D7326FB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FD162-9596-4537-BC21-621F1100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3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18399C-9809-48CF-896D-ADEB0E7A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5C2B"/>
                </a:solidFill>
                <a:latin typeface="Aptos"/>
                <a:ea typeface="Aptos"/>
                <a:cs typeface="Aptos"/>
              </a:rPr>
              <a:t>Vshort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EBC52-25BE-4AF4-A8D5-11CC992F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958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HyperFrames 接入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084BF-DE18-45D8-A92F-E027044C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9582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从素材到竖屏成片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164B40-3EFD-45B2-B728-B2BE02D2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9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24C00C-1D8A-41A2-A553-952A6DD5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3EE98C">
                <a:alpha val="33333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525B7D-2E01-466A-8E19-9D4B305D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435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EE98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EE98C"/>
                </a:solidFill>
                <a:latin typeface="Aptos"/>
                <a:ea typeface="Aptos"/>
                <a:cs typeface="Aptos"/>
              </a:rPr>
              <a:t>Open 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3D585-E441-41F1-992A-C118028D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4352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可自定义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FC5184-9388-43FE-B7B5-548F8277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4352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4C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4C5"/>
                </a:solidFill>
                <a:latin typeface="Aptos"/>
                <a:ea typeface="Aptos"/>
                <a:cs typeface="Aptos"/>
              </a:rPr>
              <a:t>开源后可自己换 key / provider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267198-06D4-417D-8346-31B94C53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57550"/>
            <a:ext cx="15049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A"/>
          </a:solidFill>
          <a:ln xmlns:a="http://schemas.openxmlformats.org/drawingml/2006/main" w="9525">
            <a:solidFill>
              <a:srgbClr val="FF5C2B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E61C8A-8D91-4FD6-90FB-555C21C8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814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5C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5C2B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DAAEBE-EAE5-4DC1-8716-EAD4EBA0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38600"/>
            <a:ext cx="1066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网页端完整链路 + 自动成片 pipeline 已经可展示。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D9D634-70B8-4152-9E88-5654F7A9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1435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96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96A8"/>
                </a:solidFill>
                <a:latin typeface="Aptos"/>
                <a:ea typeface="Aptos"/>
                <a:cs typeface="Aptos"/>
              </a:rPr>
              <a:t>Full workflow plus auto-render pipeline.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1E6381-E41B-4017-8ADB-C60F750A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VSHORT / AI Short Video Workshop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100C01-4E43-43C7-9533-09308573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5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F758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9805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2026-06-03T04:53:56.2020000Z</dcterms:created>
  <dcterms:modified xsi:type="dcterms:W3CDTF">2026-06-03T04:53:56.2020000Z</dcterms:modified>
</coreProperties>
</file>