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923cd33524d4f" /><Relationship Type="http://schemas.openxmlformats.org/officeDocument/2006/relationships/extended-properties" Target="/docProps/app.xml" Id="R0f1283349e6e48f4" /><Relationship Type="http://schemas.openxmlformats.org/officeDocument/2006/relationships/officeDocument" Target="/ppt/presentation.xml" Id="Ra6156e420040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8a062030e64ef8"/>
  </p:sldMasterIdLst>
  <p:notesMasterIdLst>
    <p:notesMasterId xmlns:r="http://schemas.openxmlformats.org/officeDocument/2006/relationships" r:id="R641f94bee0304901"/>
  </p:notesMasterIdLst>
  <p:sldIdLst>
    <p:sldId xmlns:r="http://schemas.openxmlformats.org/officeDocument/2006/relationships" id="256" r:id="R66f25acdeb604c29"/>
    <p:sldId xmlns:r="http://schemas.openxmlformats.org/officeDocument/2006/relationships" id="257" r:id="R03d660b189b2491d"/>
    <p:sldId xmlns:r="http://schemas.openxmlformats.org/officeDocument/2006/relationships" id="258" r:id="R5048e8b5597a4a2b"/>
    <p:sldId xmlns:r="http://schemas.openxmlformats.org/officeDocument/2006/relationships" id="259" r:id="Ra4ab5153dc9f463a"/>
    <p:sldId xmlns:r="http://schemas.openxmlformats.org/officeDocument/2006/relationships" id="260" r:id="R07e5d301c0924658"/>
    <p:sldId xmlns:r="http://schemas.openxmlformats.org/officeDocument/2006/relationships" id="261" r:id="Rb8bb849c51054a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1ee365e174906" /><Relationship Type="http://schemas.openxmlformats.org/officeDocument/2006/relationships/slideMaster" Target="/ppt/slideMasters/slideMaster1.xml" Id="R418a062030e64ef8" /><Relationship Type="http://schemas.openxmlformats.org/officeDocument/2006/relationships/notesMaster" Target="/ppt/notesMasters/notesMaster1.xml" Id="R641f94bee0304901" /><Relationship Type="http://schemas.openxmlformats.org/officeDocument/2006/relationships/presProps" Target="/ppt/presProps.xml" Id="Rae157f8d0b224be5" /><Relationship Type="http://schemas.openxmlformats.org/officeDocument/2006/relationships/viewProps" Target="/ppt/viewProps.xml" Id="Ra0647be82d8b4efa" /><Relationship Type="http://schemas.openxmlformats.org/officeDocument/2006/relationships/tableStyles" Target="/ppt/tableStyles.xml" Id="R6e5885ba889a44c4" /><Relationship Type="http://schemas.openxmlformats.org/officeDocument/2006/relationships/slide" Target="/ppt/slides/slide1.xml" Id="R66f25acdeb604c29" /><Relationship Type="http://schemas.openxmlformats.org/officeDocument/2006/relationships/slide" Target="/ppt/slides/slide2.xml" Id="R03d660b189b2491d" /><Relationship Type="http://schemas.openxmlformats.org/officeDocument/2006/relationships/slide" Target="/ppt/slides/slide3.xml" Id="R5048e8b5597a4a2b" /><Relationship Type="http://schemas.openxmlformats.org/officeDocument/2006/relationships/slide" Target="/ppt/slides/slide4.xml" Id="Ra4ab5153dc9f463a" /><Relationship Type="http://schemas.openxmlformats.org/officeDocument/2006/relationships/slide" Target="/ppt/slides/slide5.xml" Id="R07e5d301c0924658" /><Relationship Type="http://schemas.openxmlformats.org/officeDocument/2006/relationships/slide" Target="/ppt/slides/slide6.xml" Id="Rb8bb849c5105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dc62456b9a4c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7d274c792409e" /><Relationship Type="http://schemas.openxmlformats.org/officeDocument/2006/relationships/notesMaster" Target="/ppt/notesMasters/notesMaster1.xml" Id="Rd8377a7fff174d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d8480baff74f6e" /><Relationship Type="http://schemas.openxmlformats.org/officeDocument/2006/relationships/notesMaster" Target="/ppt/notesMasters/notesMaster1.xml" Id="R200db82ac1f8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f5097682ad4373" /><Relationship Type="http://schemas.openxmlformats.org/officeDocument/2006/relationships/notesMaster" Target="/ppt/notesMasters/notesMaster1.xml" Id="R8620e59e7daf44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aae9d16914efe" /><Relationship Type="http://schemas.openxmlformats.org/officeDocument/2006/relationships/notesMaster" Target="/ppt/notesMasters/notesMaster1.xml" Id="R7ba8d9523c7144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a187a96b594bc7" /><Relationship Type="http://schemas.openxmlformats.org/officeDocument/2006/relationships/notesMaster" Target="/ppt/notesMasters/notesMaster1.xml" Id="R967aeda992344e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fcd99f2be4472c" /><Relationship Type="http://schemas.openxmlformats.org/officeDocument/2006/relationships/notesMaster" Target="/ppt/notesMasters/notesMaster1.xml" Id="R6c2ddc7f57f9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446ae221d40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d7168466384553" /><Relationship Type="http://schemas.openxmlformats.org/officeDocument/2006/relationships/slideLayout" Target="/ppt/slideLayouts/slideLayout1.xml" Id="Redddd9543b68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dd9543b68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b4ac208e74c0d" /><Relationship Type="http://schemas.openxmlformats.org/officeDocument/2006/relationships/image" Target="/ppt/media/image.jpeg" Id="Rfd34d18a676a4c06" /><Relationship Type="http://schemas.openxmlformats.org/officeDocument/2006/relationships/notesSlide" Target="/ppt/notesSlides/notesSlide1.xml" Id="R7ee1e6183d6d4c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87ebc1e234e16" /><Relationship Type="http://schemas.openxmlformats.org/officeDocument/2006/relationships/image" Target="/ppt/media/image.png" Id="Rea8d1e41bc424b73" /><Relationship Type="http://schemas.openxmlformats.org/officeDocument/2006/relationships/image" Target="/ppt/media/image2.png" Id="R2598541e7749433d" /><Relationship Type="http://schemas.openxmlformats.org/officeDocument/2006/relationships/image" Target="/ppt/media/image3.png" Id="Rc2fdfff66a064ac6" /><Relationship Type="http://schemas.openxmlformats.org/officeDocument/2006/relationships/notesSlide" Target="/ppt/notesSlides/notesSlide2.xml" Id="Rab29eb88067d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bc678c9ea433b" /><Relationship Type="http://schemas.openxmlformats.org/officeDocument/2006/relationships/notesSlide" Target="/ppt/notesSlides/notesSlide3.xml" Id="R7903f0dfbf844b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da83d4b594094" /><Relationship Type="http://schemas.openxmlformats.org/officeDocument/2006/relationships/notesSlide" Target="/ppt/notesSlides/notesSlide4.xml" Id="R881e0221969e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0ac729fcb4d6b" /><Relationship Type="http://schemas.openxmlformats.org/officeDocument/2006/relationships/image" Target="/ppt/media/image2.jpeg" Id="R2df89ceb9c2d4913" /><Relationship Type="http://schemas.openxmlformats.org/officeDocument/2006/relationships/notesSlide" Target="/ppt/notesSlides/notesSlide5.xml" Id="Rf0bc03b7600147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af1377700473b" /><Relationship Type="http://schemas.openxmlformats.org/officeDocument/2006/relationships/notesSlide" Target="/ppt/notesSlides/notesSlide6.xml" Id="Ref5bd69d51494f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FC24D7-9257-4725-B5A9-5F9C02C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B7913-76D5-4A9A-9621-238D494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08724-2093-4D44-89CF-87AC732E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13383-4490-4012-A8E6-E6C410E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>
              <a:alpha val="13333"/>
            </a:srgbClr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D8EC8-672C-4254-9DE9-0EEA8BD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79CC4-E306-4A7D-A0A4-3FC53BFA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05A7B-97B6-4259-97CA-A8995462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DEMO BUILD / 演示版本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D5778-8734-4A0B-899F-3C842AF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VSHORT 现在可以自动剪口播短视频。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EB33F-53C9-4198-B8C8-6C8BD3E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丢进 talking-head 素材，后端自动剪掉长停顿，标准化视频格式，加入 BGM 和动效包装，最后用 HyperFrames 输出竖屏短视频。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BF916-513F-4D87-8BB3-DAFF95D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628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Drop in a talking-head clip. The backend removes long pauses, normalizes media, adds BGM and motion packaging, then renders a vertical short through HyperFrames.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26740-0A0B-4D6F-8DDF-18B9F5A9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12549"/>
            </a:srgbClr>
          </a:solidFill>
          <a:ln xmlns:a="http://schemas.openxmlformats.org/drawingml/2006/main" w="9525">
            <a:solidFill>
              <a:srgbClr val="FF5C2B">
                <a:alpha val="6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38CBD-B841-4712-90DC-B352558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自动剪停顿 / Auto Cut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EE6CF-9632-4CBA-9659-1A6FD0CF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12549"/>
            </a:srgbClr>
          </a:solidFill>
          <a:ln xmlns:a="http://schemas.openxmlformats.org/drawingml/2006/main"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0EE47-E132-48F1-92FE-327D585C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配乐 / BGM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E90C9-6C83-4F46-9415-F75002D0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433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12549"/>
            </a:srgbClr>
          </a:solidFill>
          <a:ln xmlns:a="http://schemas.openxmlformats.org/drawingml/2006/main" w="9525">
            <a:solidFill>
              <a:srgbClr val="A918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226A9-A1CA-44C5-8CC7-FC7CE40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HyperFrames 渲染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97889-3B53-47E6-8AE7-6367BCD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433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12549"/>
            </a:srgbClr>
          </a:solidFill>
          <a:ln xmlns:a="http://schemas.openxmlformats.org/drawingml/2006/main" w="9525">
            <a:solidFill>
              <a:srgbClr val="FF5C2B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81774-7CD0-4695-9A32-B07808C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1080 x 1920 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40C41-D41D-45E0-A082-D881A097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0550"/>
            <a:ext cx="272415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4d18a676a4c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66750"/>
            <a:ext cx="2571750" cy="4572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ACAF3-2435-472C-9770-8014B46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72125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验证输出 / Verified: H.264 video, AAC stereo audio, 30fps vertical MP4.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42577-92A3-47CA-A1AF-522AA7FE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BBEE2-6018-4DA7-A08E-61FF4F67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60260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FE277-AE90-4E77-BA79-1A61AF6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6C2A4-3794-46F6-B7D8-3CBAF8B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5D41C-ED8C-4514-9BB4-F49A00C5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CC967-B9FE-46F6-A40F-E229C1A2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>
              <a:alpha val="13333"/>
            </a:srgbClr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74C4B-310A-4433-8C90-B214BCEE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C978A-6585-462E-97A6-C48B8052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84196-6319-4BC0-9090-9835BC5F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PRODUCT SURFACE / 产品界面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BBE53-77BA-4B0C-808C-21E6D1B1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保留原 Vshort 前端，不重新乱改设计。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0965-73D7-4167-A8D2-14292A50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Script、Storyboard、Vshort Editor 仍然是三个独立分区；这次主要升级后端导出逻辑。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6AD42-FC69-4D20-98CF-EBB475DE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The existing script, storyboard, and editor surfaces stay intact. The upgrade lives in the export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B684C-B4CD-4BFB-9CA5-34E50A25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486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d1e41bc424b73"/>
          <a:srcRect xmlns:a="http://schemas.openxmlformats.org/drawingml/2006/main" l="0" t="217" r="0" b="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895600"/>
            <a:ext cx="3333750" cy="2305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8905F-24A1-4F9F-8BA7-BB60F3A7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19400"/>
            <a:ext cx="3486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8541e7749433d"/>
          <a:srcRect xmlns:a="http://schemas.openxmlformats.org/drawingml/2006/main" l="0" t="217" r="0" b="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895600"/>
            <a:ext cx="3333750" cy="23050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32DCC-6AC6-41EC-A64E-4F4E3A0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486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dfff66a064ac6"/>
          <a:srcRect xmlns:a="http://schemas.openxmlformats.org/drawingml/2006/main" l="0" t="217" r="0" b="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2895600"/>
            <a:ext cx="3333750" cy="23050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0CA0B-8142-40A8-A78B-9D8D82F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77F99-FB45-421A-A3FF-D8F2E7A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8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01 / 脚本生成 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43C59-0E5A-485B-8781-B2767EC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864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C18DE-5860-445B-8C07-0BD16CB4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48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02 / 分镜 Storyboard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524C8-9276-4AE2-84E1-E4E2730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864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F12A4-426E-43CA-ABA5-16732DA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48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03 / 剪辑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C1D17-D757-4041-804F-2974E77E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84C73-CF19-4AD5-9469-16AB0A0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09099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BF5A0-1938-4E6C-9D41-C10A04F1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B60A-89D2-4946-A60E-331E1DF5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873FE-9B13-428B-AFE4-6730E4E6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548A1-C953-40B6-8968-F4B19AD5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>
              <a:alpha val="13333"/>
            </a:srgbClr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FCA89-24A5-4C14-B51C-C8BE02E8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17140-0F29-4E14-9D24-ADE096A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3933A-28BE-4B0D-8DD2-88ED02C1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18FF"/>
                </a:solidFill>
                <a:latin typeface="Aptos"/>
                <a:ea typeface="Aptos"/>
                <a:cs typeface="Aptos"/>
              </a:rPr>
              <a:t>AUTOMATION LOGIC / 自动剪辑逻辑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2F8ED-5CA0-47FE-BD0F-C310D9BF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后端替你完成原本要手动做的剪辑动作。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3CB93-1BFB-4425-904D-942A841C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用户不用手动标剪辑点；音频静音段会变成自动 cut points，HyperFrames 负责视觉包装和最终渲染。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40FD-04DC-49ED-A6F0-3FFCA7B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No manual trim points. Silence becomes edit points; HyperFrames handles packaging and rendering.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1EBE4-77B1-4CB7-AE3A-880D14DA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12360-CDFF-4A00-9FBD-F34A3E2F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3817B-13BE-4C90-8FF9-7C2F0CD5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B911B-600F-415A-9A5E-0C00186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5F8F9-F743-4A64-B697-85A5194D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素材进入项目 / clips enter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9721C-FEA7-403E-B480-5B6252EA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575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F1682-1E2E-4E58-B5E7-9B1223CC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1BD0D-48B2-4E37-A949-2753F734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71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拼接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200ED-3C07-4565-B61F-77BB8BA1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Stitch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93A9D-1B31-4732-BBAE-85D5DC89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05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FFmpeg 准备统一时间线 / source timeline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458DE-5392-47B8-92EE-0E96D30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6667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135E1-38B7-4D00-BD8A-E9E62876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81BE7-CC53-4A00-A159-02F8C81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识别停顿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3707C-BD7C-4E89-BD2D-1931296A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E597C-C7A1-4F30-BF2F-34FFF3B5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silencedetect 找低音量空白 / long quiet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81264-9B08-4BEA-A547-DB70D7CF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6667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01857-7559-4C47-991F-94B597B0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04323-A962-4A39-970C-20026EE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自动裁切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2BB06-5932-45C2-88D6-74A8AFB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Cut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EF848-43E5-4560-A465-7EA45D77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去掉长停顿并保留自然 padding / natural padding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7C240-6F6D-407B-AC1A-B4BF468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5A47E2-A412-4CF0-B008-BD0C2453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F4098F-AA85-4B17-8AFB-F809121E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标准化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116463-1485-4212-A20A-1F2E476B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E33F22-576B-48F3-A326-8697597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MOV/ProRes 转 H.264/AAC / browser-ready MP4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66D71A-F2AD-4758-AB4D-657AB2A2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57550"/>
            <a:ext cx="1676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6667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111897-111A-4ED7-BE40-798E8276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244D68-6EE5-4E86-A0BA-B90EDDD9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71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渲染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347AC4-3CA0-4494-AF24-5DBBF3D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3B61BB-0E0E-4A05-A5CC-2DA52173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HyperFrames 加包装、BGM 并导出 / final MP4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C97A79-5C4C-438E-ABA6-0FC7235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10200"/>
            <a:ext cx="733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8C9A5D-F00D-40C8-8B7C-A57B7CE0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62600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B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EBF5"/>
                </a:solidFill>
                <a:latin typeface="Aptos"/>
                <a:ea typeface="Aptos"/>
                <a:cs typeface="Aptos"/>
              </a:rPr>
              <a:t>默认 talking-head 参数：剪掉 &gt;= 0.45s 的停顿，保留 0.11s padding，然后在渲染时混入 BGM。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AF6500-0802-48A7-8106-97D2436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10250"/>
            <a:ext cx="676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Default: cut pauses &gt;= 0.45s, keep 0.11s padding, mix BGM at render time.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255C30-5F8F-4B85-85C9-46971DD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34DB8B-C24D-4791-BE0C-2C2C0029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44819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C5FCC-B314-4BC9-818B-9F32E78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A003B-6FBD-44D1-A047-E0A7F4FB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5DD18-600F-4378-9F90-6203A769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53471-63CE-4D55-9CAB-3D177FA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>
              <a:alpha val="13333"/>
            </a:srgbClr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CBD7-A0C0-4248-846E-2B9ADAE3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30059-9430-4A15-B65F-8185471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AF2C2-3F0B-454B-B48C-69CD60A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IMPLEMENTATION / 实现方式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43F03-EA26-4669-85A1-3FB82B2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当前导出路径已经不再调用 CutClaw。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CB70C-9EF7-4719-B3D7-6ACE25A2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CutClaw 作为 legacy code 还留在仓库里，但实际 edit job 现在走 FFmpeg pause cutting + HyperFrames rendering。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B40F4-A21F-4825-AD81-B495595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CutClaw remains as legacy code, but the active job path now uses FFmpeg and HyperFrames.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D84C5-CDB4-4123-A654-5CB5834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9F7B1-7B61-4B4E-BE10-3F53649E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silenceCutter.js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34AAE-F449-4753-8479-83FB011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静音检测与自动去停顿 / silence 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5A3ED-719D-4A03-88A0-6E3DDFF8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5ED4F-ABF9-4774-BBDE-0DE3DEA6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hyperframesRenderer.js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754F4-8FAC-4B99-ACFB-A41FBD05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576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生成 composition、BGM、lint、render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8C68E-828E-4522-A63A-B351B06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6E24E-69DC-45AF-A0A8-E93C260A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videoProcessor.js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CBC80-99D4-44E0-94BC-2CDC8F0E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434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任务编排与进度阶段 / job orchestration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7A2D4-548B-4F87-B988-6A72C31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EC0E0-DE54-4580-887B-7731324A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EE98C"/>
                </a:solidFill>
                <a:latin typeface="Aptos"/>
                <a:ea typeface="Aptos"/>
                <a:cs typeface="Aptos"/>
              </a:rPr>
              <a:t>auth.js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DF1DB-B047-4F81-9482-F636890D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292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3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D3DF"/>
                </a:solidFill>
                <a:latin typeface="Aptos"/>
                <a:ea typeface="Aptos"/>
                <a:cs typeface="Aptos"/>
              </a:rPr>
              <a:t>Supabase auth，key 从 env 读取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68C81-E889-4FCC-843B-E4C0473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4191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575F8-8538-49B5-A90E-5E7C35B4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SMOKE TEST / 冒烟测试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9DB19-3E35-4A18-8C17-930839E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863A6-D9C2-43A7-9B1C-3FBC3839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A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AE5"/>
                </a:solidFill>
                <a:latin typeface="Aptos"/>
                <a:ea typeface="Aptos"/>
                <a:cs typeface="Aptos"/>
              </a:rPr>
              <a:t>Nymard MOV -&gt; 自动停顿阶段 -&gt; 标准化 HyperFrames source -&gt; 1080x1920 MP4。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F592C-1C58-4F17-9BAA-966C25FF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Validation: node --check, /api/health 200, HyperFrames lint, HyperFrames inspect.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26EB3-C1F4-44D5-8D62-890CA84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18087-E289-4334-A722-D663C4DE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29697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C99EB-99FA-43DF-92C8-26AF3053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58E8D-0441-4403-8310-ADC3C01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A92DE-15C8-41E5-A1F4-D67295B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809BB-B85F-438D-B667-2AA25ADD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>
              <a:alpha val="13333"/>
            </a:srgbClr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3DDFD-52B7-4951-AACF-0E8C52E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A1319-5BA5-4246-AF4D-0EC3780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90699-C7B9-4068-BEB4-3B61902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DEMO OUTPUT / 输出结果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C45A2-EFAD-43AA-8779-3F582E5C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685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最终成片是平台可用的竖屏短视频。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82FFA-28A0-4D05-9402-CC5A54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这条路径和网页里的 Export 按钮一致；本次测试素材是 Nymard MOV。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D1485-74C7-4C0F-B157-84569867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Same backend path as the editor export button. This run used the Nymard MOV test asset.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C2E65-C523-4FC7-829E-5D14C80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2305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89ceb9c2d4913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2686050"/>
            <a:ext cx="2152650" cy="3829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F6358-6605-47F1-94A6-84C74294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5E347-5A1B-4579-97C8-1A86BAFA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241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格式 /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21FEE-E305-4B10-88DD-8109976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MP4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4834B-FDB3-4030-8FBC-722816C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9F686-9975-4CFE-866F-ACF89557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528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视频 /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D647B-8B2B-4B2B-B758-78602F8F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H.264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64278-87A9-42BA-8B52-D4612B3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2DC9A-5A8C-48F8-A9B2-AAEDE4C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814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音频 / Audio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58BF6-19E6-4979-B469-E7DCD1C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3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AAC stereo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1A673-9ABC-4592-B5AC-7AD316B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672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31D0D-97E4-409B-94D8-9AC5F8FE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01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画布 /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93311-522C-4253-B81D-704968B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62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1080 x 1920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817D6-1EDD-4E76-8A5C-DD2CBAE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95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2177C-1E7B-4637-9B11-C307267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38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58CA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58CA0"/>
                </a:solidFill>
                <a:latin typeface="Aptos"/>
                <a:ea typeface="Aptos"/>
                <a:cs typeface="Aptos"/>
              </a:rPr>
              <a:t>帧率 / FPS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EC171-AA6C-48F0-96FA-28AF728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91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30fps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FAD42-A7E1-4C38-A397-54ABBB18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769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DEDE3-ABB4-4538-8797-B4A7BE8E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817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HyperFrames lint + inspect: pass / 检查通过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1DFB8F-4523-41F4-A26C-A2C075C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B4A6F-5EC0-42DB-9B7D-EAC9858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53515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4EA56-A9EA-46CC-8EEF-99D111F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CD11C-4C02-4978-8D66-4FF2588D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98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68FA2-5F14-42F0-BA76-D1725A42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EB95F-704D-4EAC-B31E-1CFD1A9F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>
              <a:alpha val="13333"/>
            </a:srgbClr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B6204-63D4-4470-87A8-9B249829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74538-4682-4843-A745-C9CE4D4D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C292B-9422-402A-91C3-67BF630C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EE98C"/>
                </a:solidFill>
                <a:latin typeface="Aptos"/>
                <a:ea typeface="Aptos"/>
                <a:cs typeface="Aptos"/>
              </a:rPr>
              <a:t>DELIVERY CHECKLIST / 交付清单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33821-8F58-4AF6-9D13-21A4CA1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这个版本可以作为 HyperFrames 自动剪辑版交付。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740D4-3EC8-4100-9E7C-8573BD8B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本次 commit 包含后端切换、README 更新、演示截图和 PPT。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2679D-913F-4ED8-AC59-48262537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The commit captures the backend transition, README updates, screenshots and the demo deck.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78443-37FE-4287-9A3E-46900232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B296A-820D-4AD2-83B9-AB29C718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56040-F58C-4C04-932F-D3AB413C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保留原前端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7505D-8347-4070-92B1-7B60DB0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No redesign of script, storyboard or editor pages.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B4ED-3A7C-4E55-866A-CA78F6F0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661D5-3EDC-4280-B6A9-A152852C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A174C-7EC1-4715-BD2C-1C20FE7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自动剪辑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B20C1-D771-41BB-A0DA-9B0878B7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099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Long pauses are cut without manual trim points.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A5828-6656-4070-92EC-C41A505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E0052-1DAC-4E4C-A596-3B9ABE4E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3EAF2-C948-4018-A1CD-471DBD64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HyperFrames 渲染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DE4BC-8FA0-4B16-A4BD-48BB8DC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624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HTML composition, BGM, overlays and final MP4.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DC4CA-715B-4C59-9498-C700932A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B5AC0-7F9C-4EA8-A0F4-D6ECB4B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3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E79AE-CBCD-4794-9074-8C981E4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可部署性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0C813-F9F6-4B06-AA8A-EA18A05C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148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Node 22+, pinned HyperFrames, cross-platform npx.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7E1E1-6529-4EC3-8354-C21F65FC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9592C-36E7-4A2E-B5EE-69F0A8E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C1317-5046-43C9-84DB-765AB38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演示材料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69194-1303-4DE5-A2C2-549F8C63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673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D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BDCA"/>
                </a:solidFill>
                <a:latin typeface="Aptos"/>
                <a:ea typeface="Aptos"/>
                <a:cs typeface="Aptos"/>
              </a:rPr>
              <a:t>Screenshots and verification story packaged in PPTX.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2F951-54B9-4E7D-9DA8-1CE108B1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1809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93B70-D413-4753-A154-1DCB07AE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NEXT / 下一步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E05F0-BA8D-4AA8-8915-7541238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38550"/>
            <a:ext cx="114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加上转写字幕、用户可调停顿参数，以及长视频队列任务。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7B0D39-9BFF-4191-A738-E344A28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33900"/>
            <a:ext cx="114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Add captions, pause-cut controls, and queue workers for longer uploads.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E46911-438B-455C-A755-8159C46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HyperFrames Auto Editing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6BE85A-DE2D-487B-B46C-36310B3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7206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2026-06-03T04:22:01.2230000Z</dcterms:created>
  <dcterms:modified xsi:type="dcterms:W3CDTF">2026-06-03T04:22:01.2230000Z</dcterms:modified>
</coreProperties>
</file>